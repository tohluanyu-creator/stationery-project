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39E98F-349D-EA76-1688-3D62378187BF}" v="135" dt="2026-05-24T14:14:43.9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STATIONERY INVENTORY MANAGEMENT SYSTEM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Programming 2 Project</a:t>
            </a:r>
          </a:p>
          <a:p>
            <a:r>
              <a:rPr lang="en-US">
                <a:ea typeface="+mn-lt"/>
                <a:cs typeface="+mn-lt"/>
              </a:rPr>
              <a:t>Class: C12604P</a:t>
            </a:r>
          </a:p>
          <a:p>
            <a:r>
              <a:rPr lang="en-US" dirty="0">
                <a:ea typeface="+mn-lt"/>
                <a:cs typeface="+mn-lt"/>
              </a:rPr>
              <a:t>Name: Toh </a:t>
            </a:r>
            <a:r>
              <a:rPr lang="en-US" dirty="0" err="1">
                <a:ea typeface="+mn-lt"/>
                <a:cs typeface="+mn-lt"/>
              </a:rPr>
              <a:t>yu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luan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5CA65-A1E5-409A-1971-E1FEB98DC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Project Overview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CCFC7-E266-E86C-7EE1-E2C08ED90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- </a:t>
            </a:r>
            <a:r>
              <a:rPr lang="en-US" dirty="0" err="1">
                <a:ea typeface="+mn-lt"/>
                <a:cs typeface="+mn-lt"/>
              </a:rPr>
              <a:t>DataMax</a:t>
            </a:r>
            <a:r>
              <a:rPr lang="en-US" dirty="0">
                <a:ea typeface="+mn-lt"/>
                <a:cs typeface="+mn-lt"/>
              </a:rPr>
              <a:t> Pte Ltd was tasked to create a Stationery Inventory Management System for </a:t>
            </a:r>
            <a:r>
              <a:rPr lang="en-US" dirty="0" err="1">
                <a:ea typeface="+mn-lt"/>
                <a:cs typeface="+mn-lt"/>
              </a:rPr>
              <a:t>StationeryTrack</a:t>
            </a:r>
            <a:r>
              <a:rPr lang="en-US" dirty="0">
                <a:ea typeface="+mn-lt"/>
                <a:cs typeface="+mn-lt"/>
              </a:rPr>
              <a:t> Pte Ltd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- The system is built using Python 3.0</a:t>
            </a:r>
          </a:p>
          <a:p>
            <a:r>
              <a:rPr lang="en-US" dirty="0">
                <a:ea typeface="+mn-lt"/>
                <a:cs typeface="+mn-lt"/>
              </a:rPr>
              <a:t>- It allows users to manage stationery stocks by adding, editing, updating, displaying and saving items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228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F094A-1D01-BEC0-066B-A5CF4DCEC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Libraries Used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E7F92-37F3-B3CC-FB7C-8150BF872C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- csv — used to save stationery items into a CSV file </a:t>
            </a:r>
          </a:p>
          <a:p>
            <a:r>
              <a:rPr lang="en-US" dirty="0">
                <a:ea typeface="+mn-lt"/>
                <a:cs typeface="+mn-lt"/>
              </a:rPr>
              <a:t>- </a:t>
            </a:r>
            <a:r>
              <a:rPr lang="en-US" dirty="0" err="1">
                <a:ea typeface="+mn-lt"/>
                <a:cs typeface="+mn-lt"/>
              </a:rPr>
              <a:t>os</a:t>
            </a:r>
            <a:r>
              <a:rPr lang="en-US" dirty="0">
                <a:ea typeface="+mn-lt"/>
                <a:cs typeface="+mn-lt"/>
              </a:rPr>
              <a:t> — used to clear the screen after each action </a:t>
            </a:r>
          </a:p>
          <a:p>
            <a:r>
              <a:rPr lang="en-US">
                <a:ea typeface="+mn-lt"/>
                <a:cs typeface="+mn-lt"/>
              </a:rPr>
              <a:t>– stationery our own class file used to calculate total price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601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0F1AB-5200-9CAF-71BE-781096A74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System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28776-606B-9FDF-443A-4714A7BB2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- Option 1 : Add new stationery item </a:t>
            </a:r>
          </a:p>
          <a:p>
            <a:r>
              <a:rPr lang="en-US">
                <a:ea typeface="+mn-lt"/>
                <a:cs typeface="+mn-lt"/>
              </a:rPr>
              <a:t>- Option 2 : Edit existing stationery item </a:t>
            </a:r>
          </a:p>
          <a:p>
            <a:r>
              <a:rPr lang="en-US">
                <a:ea typeface="+mn-lt"/>
                <a:cs typeface="+mn-lt"/>
              </a:rPr>
              <a:t>- Option 3 : Update quantity of items sold </a:t>
            </a:r>
          </a:p>
          <a:p>
            <a:r>
              <a:rPr lang="en-US">
                <a:ea typeface="+mn-lt"/>
                <a:cs typeface="+mn-lt"/>
              </a:rPr>
              <a:t>- Option 4 : Display all items in table format </a:t>
            </a:r>
          </a:p>
          <a:p>
            <a:r>
              <a:rPr lang="en-US">
                <a:ea typeface="+mn-lt"/>
                <a:cs typeface="+mn-lt"/>
              </a:rPr>
              <a:t>- Option 5 : Save all items to CSV file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534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C8B54-C3A3-FFB0-399A-37A7002B0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How The Code Works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A0558-9FA4-63FD-865B-C8E263CBC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- Used lists and dictionaries to store item data </a:t>
            </a:r>
          </a:p>
          <a:p>
            <a:r>
              <a:rPr lang="en-US">
                <a:ea typeface="+mn-lt"/>
                <a:cs typeface="+mn-lt"/>
              </a:rPr>
              <a:t>- Created a separate class in stationery.py to calculate total price</a:t>
            </a:r>
          </a:p>
          <a:p>
            <a:r>
              <a:rPr lang="en-US">
                <a:ea typeface="+mn-lt"/>
                <a:cs typeface="+mn-lt"/>
              </a:rPr>
              <a:t>- Used try and except for error handling </a:t>
            </a:r>
          </a:p>
          <a:p>
            <a:r>
              <a:rPr lang="en-US" dirty="0">
                <a:ea typeface="+mn-lt"/>
                <a:cs typeface="+mn-lt"/>
              </a:rPr>
              <a:t>- Used while, for, if and </a:t>
            </a:r>
            <a:r>
              <a:rPr lang="en-US" dirty="0" err="1">
                <a:ea typeface="+mn-lt"/>
                <a:cs typeface="+mn-lt"/>
              </a:rPr>
              <a:t>elif</a:t>
            </a:r>
            <a:r>
              <a:rPr lang="en-US" dirty="0">
                <a:ea typeface="+mn-lt"/>
                <a:cs typeface="+mn-lt"/>
              </a:rPr>
              <a:t> as control statements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3045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04C3C-9F76-A310-C4E5-AFEFD6D49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Insights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AA051-3DB6-7540-AEB9-0F5CB2907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- Python is effective for building inventory management systems</a:t>
            </a:r>
          </a:p>
          <a:p>
            <a:r>
              <a:rPr lang="en-US" dirty="0">
                <a:ea typeface="+mn-lt"/>
                <a:cs typeface="+mn-lt"/>
              </a:rPr>
              <a:t> - Using a separate class file makes the code more </a:t>
            </a:r>
            <a:r>
              <a:rPr lang="en-US" dirty="0" err="1">
                <a:ea typeface="+mn-lt"/>
                <a:cs typeface="+mn-lt"/>
              </a:rPr>
              <a:t>organised</a:t>
            </a:r>
          </a:p>
          <a:p>
            <a:r>
              <a:rPr lang="en-US">
                <a:ea typeface="+mn-lt"/>
                <a:cs typeface="+mn-lt"/>
              </a:rPr>
              <a:t> - Error handling improves the user experience</a:t>
            </a:r>
          </a:p>
          <a:p>
            <a:r>
              <a:rPr lang="en-US" dirty="0">
                <a:ea typeface="+mn-lt"/>
                <a:cs typeface="+mn-lt"/>
              </a:rPr>
              <a:t> - CSV files make it easy to view and share data in Excel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895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9508E-A3FB-C482-6237-8DDE9A215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49889-22A5-90A6-CE8A-9CD3640D2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FFC38-B24E-6589-A718-EA3ACE80C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- Successfully built a Stationery Inventory Management System </a:t>
            </a:r>
          </a:p>
          <a:p>
            <a:r>
              <a:rPr lang="en-US" dirty="0">
                <a:ea typeface="+mn-lt"/>
                <a:cs typeface="+mn-lt"/>
              </a:rPr>
              <a:t>- Learned how to use Python functions, classes and file handling </a:t>
            </a:r>
          </a:p>
          <a:p>
            <a:r>
              <a:rPr lang="en-US" dirty="0">
                <a:ea typeface="+mn-lt"/>
                <a:cs typeface="+mn-lt"/>
              </a:rPr>
              <a:t>- The system helps </a:t>
            </a:r>
            <a:r>
              <a:rPr lang="en-US" dirty="0" err="1">
                <a:ea typeface="+mn-lt"/>
                <a:cs typeface="+mn-lt"/>
              </a:rPr>
              <a:t>StationeryTrack</a:t>
            </a:r>
            <a:r>
              <a:rPr lang="en-US" dirty="0">
                <a:ea typeface="+mn-lt"/>
                <a:cs typeface="+mn-lt"/>
              </a:rPr>
              <a:t> manage their stock efficiently </a:t>
            </a:r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- </a:t>
            </a:r>
            <a:r>
              <a:rPr lang="en-US" dirty="0">
                <a:ea typeface="+mn-lt"/>
                <a:cs typeface="+mn-lt"/>
              </a:rPr>
              <a:t>Generative AI tools helped guide the development process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437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STATIONERY INVENTORY MANAGEMENT SYSTEM</vt:lpstr>
      <vt:lpstr>Project Overview</vt:lpstr>
      <vt:lpstr>Libraries Used</vt:lpstr>
      <vt:lpstr>System Features</vt:lpstr>
      <vt:lpstr>How The Code Works</vt:lpstr>
      <vt:lpstr>Insights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55</cp:revision>
  <dcterms:created xsi:type="dcterms:W3CDTF">2026-05-24T14:01:36Z</dcterms:created>
  <dcterms:modified xsi:type="dcterms:W3CDTF">2026-05-24T14:15:52Z</dcterms:modified>
</cp:coreProperties>
</file>